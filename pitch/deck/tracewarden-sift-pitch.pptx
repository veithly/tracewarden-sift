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57f9dafe5ba4cf3" /><Relationship Type="http://schemas.openxmlformats.org/officeDocument/2006/relationships/extended-properties" Target="/docProps/app.xml" Id="R3208d8efb3a4429c" /><Relationship Type="http://schemas.openxmlformats.org/officeDocument/2006/relationships/officeDocument" Target="/ppt/presentation.xml" Id="Rec930f9b24e24d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f0aa63ac7ae4f00"/>
  </p:sldMasterIdLst>
  <p:notesMasterIdLst>
    <p:notesMasterId xmlns:r="http://schemas.openxmlformats.org/officeDocument/2006/relationships" r:id="Rcf63b0836af24c24"/>
  </p:notesMasterIdLst>
  <p:sldIdLst>
    <p:sldId xmlns:r="http://schemas.openxmlformats.org/officeDocument/2006/relationships" id="256" r:id="R23e4a0f718cb4d27"/>
    <p:sldId xmlns:r="http://schemas.openxmlformats.org/officeDocument/2006/relationships" id="257" r:id="R1cd4c404173247d5"/>
    <p:sldId xmlns:r="http://schemas.openxmlformats.org/officeDocument/2006/relationships" id="258" r:id="R728d7e230522464a"/>
    <p:sldId xmlns:r="http://schemas.openxmlformats.org/officeDocument/2006/relationships" id="259" r:id="Rcc144e5455c64f23"/>
    <p:sldId xmlns:r="http://schemas.openxmlformats.org/officeDocument/2006/relationships" id="260" r:id="R416f3803c8994de2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86b2e9039aa46aa" /><Relationship Type="http://schemas.openxmlformats.org/officeDocument/2006/relationships/slideMaster" Target="/ppt/slideMasters/slideMaster1.xml" Id="R5f0aa63ac7ae4f00" /><Relationship Type="http://schemas.openxmlformats.org/officeDocument/2006/relationships/notesMaster" Target="/ppt/notesMasters/notesMaster1.xml" Id="Rcf63b0836af24c24" /><Relationship Type="http://schemas.openxmlformats.org/officeDocument/2006/relationships/presProps" Target="/ppt/presProps.xml" Id="R575b3c4e33f64119" /><Relationship Type="http://schemas.openxmlformats.org/officeDocument/2006/relationships/viewProps" Target="/ppt/viewProps.xml" Id="R2ee4fb3e73d049a2" /><Relationship Type="http://schemas.openxmlformats.org/officeDocument/2006/relationships/tableStyles" Target="/ppt/tableStyles.xml" Id="R59b23fe06a134f6b" /><Relationship Type="http://schemas.openxmlformats.org/officeDocument/2006/relationships/slide" Target="/ppt/slides/slide1.xml" Id="R23e4a0f718cb4d27" /><Relationship Type="http://schemas.openxmlformats.org/officeDocument/2006/relationships/slide" Target="/ppt/slides/slide2.xml" Id="R1cd4c404173247d5" /><Relationship Type="http://schemas.openxmlformats.org/officeDocument/2006/relationships/slide" Target="/ppt/slides/slide3.xml" Id="R728d7e230522464a" /><Relationship Type="http://schemas.openxmlformats.org/officeDocument/2006/relationships/slide" Target="/ppt/slides/slide4.xml" Id="Rcc144e5455c64f23" /><Relationship Type="http://schemas.openxmlformats.org/officeDocument/2006/relationships/slide" Target="/ppt/slides/slide5.xml" Id="R416f3803c8994de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701b10af9aa44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ac5ee0251f44788" /><Relationship Type="http://schemas.openxmlformats.org/officeDocument/2006/relationships/notesMaster" Target="/ppt/notesMasters/notesMaster1.xml" Id="Rc53be85611dd4b3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845b24d492d44a7" /><Relationship Type="http://schemas.openxmlformats.org/officeDocument/2006/relationships/notesMaster" Target="/ppt/notesMasters/notesMaster1.xml" Id="R73284d94f3894b4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35a9af65d2b4be9" /><Relationship Type="http://schemas.openxmlformats.org/officeDocument/2006/relationships/notesMaster" Target="/ppt/notesMasters/notesMaster1.xml" Id="Re8518e0da4e046e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5c6a5eca8e145e5" /><Relationship Type="http://schemas.openxmlformats.org/officeDocument/2006/relationships/notesMaster" Target="/ppt/notesMasters/notesMaster1.xml" Id="Rd7873d617ac5429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284a3f816314614" /><Relationship Type="http://schemas.openxmlformats.org/officeDocument/2006/relationships/notesMaster" Target="/ppt/notesMasters/notesMaster1.xml" Id="R35029e8a33664e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e10106b87c430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9c00dc200b482e" /><Relationship Type="http://schemas.openxmlformats.org/officeDocument/2006/relationships/slideLayout" Target="/ppt/slideLayouts/slideLayout1.xml" Id="R36f87712497d42f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6f87712497d42f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e02de80f764d93" /><Relationship Type="http://schemas.openxmlformats.org/officeDocument/2006/relationships/image" Target="/ppt/media/image.png" Id="R1d182ec0948f45a4" /><Relationship Type="http://schemas.openxmlformats.org/officeDocument/2006/relationships/notesSlide" Target="/ppt/notesSlides/notesSlide1.xml" Id="R46966fa058a7437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357b91fae74394" /><Relationship Type="http://schemas.openxmlformats.org/officeDocument/2006/relationships/image" Target="/ppt/media/image2.png" Id="R1d81bcd19c8a40af" /><Relationship Type="http://schemas.openxmlformats.org/officeDocument/2006/relationships/notesSlide" Target="/ppt/notesSlides/notesSlide2.xml" Id="R85fa52e5d0a640a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b720ff801a4d65" /><Relationship Type="http://schemas.openxmlformats.org/officeDocument/2006/relationships/image" Target="/ppt/media/image3.png" Id="R6daed6a32d704fa3" /><Relationship Type="http://schemas.openxmlformats.org/officeDocument/2006/relationships/notesSlide" Target="/ppt/notesSlides/notesSlide3.xml" Id="R8967594be6d140a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e75cc889b44a17" /><Relationship Type="http://schemas.openxmlformats.org/officeDocument/2006/relationships/image" Target="/ppt/media/image4.png" Id="R19bdfc40d27d44b7" /><Relationship Type="http://schemas.openxmlformats.org/officeDocument/2006/relationships/notesSlide" Target="/ppt/notesSlides/notesSlide4.xml" Id="Re8f2c5ac454c4d9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c1189e218642b3" /><Relationship Type="http://schemas.openxmlformats.org/officeDocument/2006/relationships/image" Target="/ppt/media/image5.png" Id="R139ba6084de1482d" /><Relationship Type="http://schemas.openxmlformats.org/officeDocument/2006/relationships/notesSlide" Target="/ppt/notesSlides/notesSlide5.xml" Id="Rb93dff6595504ac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182ec0948f45a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19832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81bcd19c8a40a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51416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aed6a32d704fa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8248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bdfc40d27d44b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9114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9ba6084de1482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3406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2026-06-08T11:24:56.6700000Z</dcterms:created>
  <dcterms:modified xsi:type="dcterms:W3CDTF">2026-06-08T11:24:56.6700000Z</dcterms:modified>
</coreProperties>
</file>